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617" r:id="rId5"/>
    <p:sldId id="648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olina Nunes Viana Martins" userId="S::carolina.martins@liveuniversity.com::43a008f8-2658-4e39-8c86-c189209799d3" providerId="AD" clId="Web-{A77FCF63-15F0-12EA-C541-899661F6D307}"/>
    <pc:docChg chg="delSld modSld sldOrd">
      <pc:chgData name="Carolina Nunes Viana Martins" userId="S::carolina.martins@liveuniversity.com::43a008f8-2658-4e39-8c86-c189209799d3" providerId="AD" clId="Web-{A77FCF63-15F0-12EA-C541-899661F6D307}" dt="2022-07-29T15:47:22.318" v="34" actId="20577"/>
      <pc:docMkLst>
        <pc:docMk/>
      </pc:docMkLst>
      <pc:sldChg chg="del">
        <pc:chgData name="Carolina Nunes Viana Martins" userId="S::carolina.martins@liveuniversity.com::43a008f8-2658-4e39-8c86-c189209799d3" providerId="AD" clId="Web-{A77FCF63-15F0-12EA-C541-899661F6D307}" dt="2022-07-29T15:46:08.785" v="0"/>
        <pc:sldMkLst>
          <pc:docMk/>
          <pc:sldMk cId="1999489445" sldId="329"/>
        </pc:sldMkLst>
      </pc:sldChg>
      <pc:sldChg chg="modSp mod ord modShow">
        <pc:chgData name="Carolina Nunes Viana Martins" userId="S::carolina.martins@liveuniversity.com::43a008f8-2658-4e39-8c86-c189209799d3" providerId="AD" clId="Web-{A77FCF63-15F0-12EA-C541-899661F6D307}" dt="2022-07-29T15:47:22.318" v="34" actId="20577"/>
        <pc:sldMkLst>
          <pc:docMk/>
          <pc:sldMk cId="0" sldId="617"/>
        </pc:sldMkLst>
        <pc:spChg chg="mod">
          <ac:chgData name="Carolina Nunes Viana Martins" userId="S::carolina.martins@liveuniversity.com::43a008f8-2658-4e39-8c86-c189209799d3" providerId="AD" clId="Web-{A77FCF63-15F0-12EA-C541-899661F6D307}" dt="2022-07-29T15:47:22.318" v="34" actId="20577"/>
          <ac:spMkLst>
            <pc:docMk/>
            <pc:sldMk cId="0" sldId="617"/>
            <ac:spMk id="7" creationId="{14AD6832-51F0-5E11-64C4-423C6F7FCB7C}"/>
          </ac:spMkLst>
        </pc:spChg>
      </pc:sldChg>
      <pc:sldChg chg="modSp">
        <pc:chgData name="Carolina Nunes Viana Martins" userId="S::carolina.martins@liveuniversity.com::43a008f8-2658-4e39-8c86-c189209799d3" providerId="AD" clId="Web-{A77FCF63-15F0-12EA-C541-899661F6D307}" dt="2022-07-29T15:46:58.036" v="20" actId="20577"/>
        <pc:sldMkLst>
          <pc:docMk/>
          <pc:sldMk cId="3900394474" sldId="648"/>
        </pc:sldMkLst>
        <pc:spChg chg="mod">
          <ac:chgData name="Carolina Nunes Viana Martins" userId="S::carolina.martins@liveuniversity.com::43a008f8-2658-4e39-8c86-c189209799d3" providerId="AD" clId="Web-{A77FCF63-15F0-12EA-C541-899661F6D307}" dt="2022-07-29T15:46:58.036" v="20" actId="20577"/>
          <ac:spMkLst>
            <pc:docMk/>
            <pc:sldMk cId="3900394474" sldId="648"/>
            <ac:spMk id="23" creationId="{C6094912-52C5-E39B-EF75-97652B9961DB}"/>
          </ac:spMkLst>
        </pc:spChg>
        <pc:spChg chg="mod">
          <ac:chgData name="Carolina Nunes Viana Martins" userId="S::carolina.martins@liveuniversity.com::43a008f8-2658-4e39-8c86-c189209799d3" providerId="AD" clId="Web-{A77FCF63-15F0-12EA-C541-899661F6D307}" dt="2022-07-29T15:46:47.161" v="12" actId="20577"/>
          <ac:spMkLst>
            <pc:docMk/>
            <pc:sldMk cId="3900394474" sldId="648"/>
            <ac:spMk id="24" creationId="{9D96A7E3-40F7-C782-13DB-52124C4AA759}"/>
          </ac:spMkLst>
        </pc:spChg>
        <pc:spChg chg="mod">
          <ac:chgData name="Carolina Nunes Viana Martins" userId="S::carolina.martins@liveuniversity.com::43a008f8-2658-4e39-8c86-c189209799d3" providerId="AD" clId="Web-{A77FCF63-15F0-12EA-C541-899661F6D307}" dt="2022-07-29T15:46:44.005" v="10" actId="20577"/>
          <ac:spMkLst>
            <pc:docMk/>
            <pc:sldMk cId="3900394474" sldId="648"/>
            <ac:spMk id="25" creationId="{A5E17CCA-4FC4-8894-5615-9268E54B4E55}"/>
          </ac:spMkLst>
        </pc:spChg>
        <pc:spChg chg="mod">
          <ac:chgData name="Carolina Nunes Viana Martins" userId="S::carolina.martins@liveuniversity.com::43a008f8-2658-4e39-8c86-c189209799d3" providerId="AD" clId="Web-{A77FCF63-15F0-12EA-C541-899661F6D307}" dt="2022-07-29T15:46:49.661" v="15" actId="20577"/>
          <ac:spMkLst>
            <pc:docMk/>
            <pc:sldMk cId="3900394474" sldId="648"/>
            <ac:spMk id="32" creationId="{911D287A-E4B3-3307-56F8-0322B4218327}"/>
          </ac:spMkLst>
        </pc:spChg>
        <pc:spChg chg="mod">
          <ac:chgData name="Carolina Nunes Viana Martins" userId="S::carolina.martins@liveuniversity.com::43a008f8-2658-4e39-8c86-c189209799d3" providerId="AD" clId="Web-{A77FCF63-15F0-12EA-C541-899661F6D307}" dt="2022-07-29T15:46:37.723" v="8" actId="1076"/>
          <ac:spMkLst>
            <pc:docMk/>
            <pc:sldMk cId="3900394474" sldId="648"/>
            <ac:spMk id="33" creationId="{9204719E-40D9-B2DC-359A-EF2C8A069D39}"/>
          </ac:spMkLst>
        </pc:spChg>
        <pc:spChg chg="mod">
          <ac:chgData name="Carolina Nunes Viana Martins" userId="S::carolina.martins@liveuniversity.com::43a008f8-2658-4e39-8c86-c189209799d3" providerId="AD" clId="Web-{A77FCF63-15F0-12EA-C541-899661F6D307}" dt="2022-07-29T15:46:55.708" v="19" actId="20577"/>
          <ac:spMkLst>
            <pc:docMk/>
            <pc:sldMk cId="3900394474" sldId="648"/>
            <ac:spMk id="34" creationId="{14D39C74-F5E8-CB03-9D33-F67301D93C07}"/>
          </ac:spMkLst>
        </pc:spChg>
      </pc:sldChg>
    </pc:docChg>
  </pc:docChgLst>
  <pc:docChgLst>
    <pc:chgData name="Marianna de Oliveira Silva" userId="eb4b00d2-8670-48a6-b51a-344f7bf2ae0c" providerId="ADAL" clId="{5CECBB99-BE57-4345-9A25-A12A5D25A9FA}"/>
    <pc:docChg chg="modSld">
      <pc:chgData name="Marianna de Oliveira Silva" userId="eb4b00d2-8670-48a6-b51a-344f7bf2ae0c" providerId="ADAL" clId="{5CECBB99-BE57-4345-9A25-A12A5D25A9FA}" dt="2022-08-02T13:04:38.137" v="62" actId="6549"/>
      <pc:docMkLst>
        <pc:docMk/>
      </pc:docMkLst>
      <pc:sldChg chg="modSp mod">
        <pc:chgData name="Marianna de Oliveira Silva" userId="eb4b00d2-8670-48a6-b51a-344f7bf2ae0c" providerId="ADAL" clId="{5CECBB99-BE57-4345-9A25-A12A5D25A9FA}" dt="2022-08-02T13:04:38.137" v="62" actId="6549"/>
        <pc:sldMkLst>
          <pc:docMk/>
          <pc:sldMk cId="0" sldId="617"/>
        </pc:sldMkLst>
        <pc:spChg chg="mod">
          <ac:chgData name="Marianna de Oliveira Silva" userId="eb4b00d2-8670-48a6-b51a-344f7bf2ae0c" providerId="ADAL" clId="{5CECBB99-BE57-4345-9A25-A12A5D25A9FA}" dt="2022-08-02T13:04:38.137" v="62" actId="6549"/>
          <ac:spMkLst>
            <pc:docMk/>
            <pc:sldMk cId="0" sldId="617"/>
            <ac:spMk id="7" creationId="{14AD6832-51F0-5E11-64C4-423C6F7FCB7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565A7A-71D5-00DB-8710-D8FE1CF41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627262-27FC-46E6-C4BF-F23AA4B06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2EC3C2-B4DF-FE12-FB0C-A01BC8A94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95E9-6EA8-4881-AE67-846728B398FB}" type="datetimeFigureOut">
              <a:rPr lang="pt-BR" smtClean="0"/>
              <a:pPr/>
              <a:t>02/08/2022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0A4846-D79C-37CA-9C5C-12D49EE93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B4C075-DC8C-DA0A-D255-3B0DE259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4556-FE35-43F2-A3D7-E81AE2440C4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505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9E77A-D359-6CF1-AF81-AEA5A3E95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F178F34-02DA-D6C3-A18F-628D14C3E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CABA9D-61A3-0050-3E06-85C3890E7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95E9-6EA8-4881-AE67-846728B398FB}" type="datetimeFigureOut">
              <a:rPr lang="pt-BR" smtClean="0"/>
              <a:pPr/>
              <a:t>02/08/2022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9037AE-FB9C-B091-CC04-CB2A2B572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979EF3-D5CA-6930-C40C-FAA53463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4556-FE35-43F2-A3D7-E81AE2440C4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203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2C6474-39BE-E398-7326-3923E012B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848694-1C2D-9226-0106-E0B11ED15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66F982-9EF2-AA4C-C3C2-0A14E868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95E9-6EA8-4881-AE67-846728B398FB}" type="datetimeFigureOut">
              <a:rPr lang="pt-BR" smtClean="0"/>
              <a:pPr/>
              <a:t>02/08/2022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D68337-F369-5054-C6F1-2BC406B1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1EED60-6169-8AC0-9B38-790A139E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4556-FE35-43F2-A3D7-E81AE2440C4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4845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2DDD3-E5AA-7BB5-FD77-CA787981A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6AE90E-132D-89FC-39DA-380A4D9E7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A4EB101-FF9A-0065-0AC2-67BB451FE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B8B229-DF67-68CA-F5AB-21F8DC83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95E9-6EA8-4881-AE67-846728B398FB}" type="datetimeFigureOut">
              <a:rPr lang="pt-BR" smtClean="0"/>
              <a:pPr/>
              <a:t>02/08/2022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EA7E302-F917-FADA-E1BD-09E5D0D0D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79B3D5-E09C-E29D-B85A-67247C159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4556-FE35-43F2-A3D7-E81AE2440C4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100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8434B1-4C31-9AC8-F3A8-7F1A4453D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E6937F-8312-4536-8206-48223D9A7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5DE3DBA-AEA1-B4AF-26DB-A6EB80DE3D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1E08DA6-6E49-4FF8-BE0A-450B544B51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24925AD-5441-6387-B85F-C917A866C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68F5576-F36D-278B-B21B-43073C694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95E9-6EA8-4881-AE67-846728B398FB}" type="datetimeFigureOut">
              <a:rPr lang="pt-BR" smtClean="0"/>
              <a:pPr/>
              <a:t>02/08/2022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5F74BC2-0EBC-2A36-20F6-D414F7A22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3C059DF-69CE-2EE7-4095-4EAEAF18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4556-FE35-43F2-A3D7-E81AE2440C4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5830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50D49-2E38-D276-7E2F-47EAE18E5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DC8FC24-82CC-C829-EEB1-E0B11BF95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95E9-6EA8-4881-AE67-846728B398FB}" type="datetimeFigureOut">
              <a:rPr lang="pt-BR" smtClean="0"/>
              <a:pPr/>
              <a:t>02/08/2022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671A6C-8130-11C3-49C2-9E42E380D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FA9D414-E4DA-37B6-2CC5-A91E38E2A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4556-FE35-43F2-A3D7-E81AE2440C4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269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AA73248-148F-01ED-DCB9-BEF135BB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95E9-6EA8-4881-AE67-846728B398FB}" type="datetimeFigureOut">
              <a:rPr lang="pt-BR" smtClean="0"/>
              <a:pPr/>
              <a:t>02/08/2022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3774694-B00A-40B6-5E48-1FFDE3356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916C9B-55A2-16F7-43BD-A97D6F173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4556-FE35-43F2-A3D7-E81AE2440C4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6257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F11144-F4F5-9C3E-8A69-18368EEF0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BFB625-95D4-D3BD-4685-33E0A43D0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996C3B-F1E9-B6F4-E670-2DC68EE67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ED8091-7FB1-5BDF-F89C-D8251FD8D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95E9-6EA8-4881-AE67-846728B398FB}" type="datetimeFigureOut">
              <a:rPr lang="pt-BR" smtClean="0"/>
              <a:pPr/>
              <a:t>02/08/2022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77C437-AE13-D37F-C592-ED9C04B13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5A0A3E-02CD-F2C5-B9C9-B609292E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4556-FE35-43F2-A3D7-E81AE2440C4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6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77251-2456-955C-B720-221EF01A4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F5E304E-BCF3-8B1D-7277-CFDC423B39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6392874-A1E4-9FAE-2F03-F8F88B372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48DE0C8-E0EB-1847-0D53-2280B81E9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95E9-6EA8-4881-AE67-846728B398FB}" type="datetimeFigureOut">
              <a:rPr lang="pt-BR" smtClean="0"/>
              <a:pPr/>
              <a:t>02/08/2022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D38315-CD94-1E9B-23E0-E351A759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E1E369C-9B95-B1D0-C9C1-6373B467E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4556-FE35-43F2-A3D7-E81AE2440C4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373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904337-6AA8-76E2-53C4-D37FE5FEF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4A036C-5973-4DB6-90D2-BC2ED5B4A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9A10F6-3F40-6E7C-3FA2-E6128A45B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95E9-6EA8-4881-AE67-846728B398FB}" type="datetimeFigureOut">
              <a:rPr lang="pt-BR" smtClean="0"/>
              <a:pPr/>
              <a:t>02/08/2022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DC1639-A57D-1032-BE84-514759C62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7645A8-46FB-34AD-33D8-F4D1B2716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4556-FE35-43F2-A3D7-E81AE2440C4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029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1B1B415-B53B-C2B4-933A-3F88A8DAA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94946CF-0E16-7AB4-FCD1-F20554748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42CAF5-0F87-38ED-7365-CCC8B436A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95E9-6EA8-4881-AE67-846728B398FB}" type="datetimeFigureOut">
              <a:rPr lang="pt-BR" smtClean="0"/>
              <a:pPr/>
              <a:t>02/08/2022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541396-3A17-6FFA-DEAB-B13C5ED2C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68FD8E-69A4-195B-A5D1-DF929F60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4556-FE35-43F2-A3D7-E81AE2440C4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3035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tivida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ipse 20">
            <a:extLst>
              <a:ext uri="{FF2B5EF4-FFF2-40B4-BE49-F238E27FC236}">
                <a16:creationId xmlns:a16="http://schemas.microsoft.com/office/drawing/2014/main" id="{C9F04436-7BA7-46E0-A6FA-09525F3CB00B}"/>
              </a:ext>
            </a:extLst>
          </p:cNvPr>
          <p:cNvSpPr/>
          <p:nvPr userDrawn="1"/>
        </p:nvSpPr>
        <p:spPr>
          <a:xfrm>
            <a:off x="-568479" y="-422721"/>
            <a:ext cx="1546773" cy="1547401"/>
          </a:xfrm>
          <a:prstGeom prst="ellipse">
            <a:avLst/>
          </a:prstGeom>
          <a:solidFill>
            <a:srgbClr val="8B26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sp>
        <p:nvSpPr>
          <p:cNvPr id="26" name="Espaço Reservado para Conteúdo 16"/>
          <p:cNvSpPr>
            <a:spLocks noGrp="1"/>
          </p:cNvSpPr>
          <p:nvPr>
            <p:ph sz="quarter" idx="14" hasCustomPrompt="1"/>
          </p:nvPr>
        </p:nvSpPr>
        <p:spPr>
          <a:xfrm>
            <a:off x="1103307" y="1796775"/>
            <a:ext cx="5952827" cy="3744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667" baseline="0">
                <a:solidFill>
                  <a:srgbClr val="8B2685"/>
                </a:solidFill>
                <a:latin typeface="Montserrat" panose="00000500000000000000" pitchFamily="2" charset="0"/>
              </a:defRPr>
            </a:lvl1pPr>
            <a:lvl2pPr marL="990575" marR="0" indent="-38099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2400">
                <a:solidFill>
                  <a:schemeClr val="tx1"/>
                </a:solidFill>
              </a:defRPr>
            </a:lvl2pPr>
            <a:lvl3pPr>
              <a:buFont typeface="Wingdings" pitchFamily="2" charset="2"/>
              <a:buChar char="§"/>
              <a:defRPr sz="2133">
                <a:solidFill>
                  <a:schemeClr val="tx1"/>
                </a:solidFill>
              </a:defRPr>
            </a:lvl3pPr>
            <a:lvl4pPr>
              <a:buFont typeface="Wingdings" pitchFamily="2" charset="2"/>
              <a:buChar char="§"/>
              <a:defRPr sz="2667"/>
            </a:lvl4pPr>
            <a:lvl5pPr>
              <a:buFont typeface="Wingdings" pitchFamily="2" charset="2"/>
              <a:buChar char="§"/>
              <a:defRPr sz="2667"/>
            </a:lvl5pPr>
          </a:lstStyle>
          <a:p>
            <a:pPr lvl="0"/>
            <a:r>
              <a:rPr lang="pt-BR" dirty="0"/>
              <a:t>Descreva aqui a atividade</a:t>
            </a:r>
          </a:p>
        </p:txBody>
      </p:sp>
      <p:sp>
        <p:nvSpPr>
          <p:cNvPr id="27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1102588" y="1124681"/>
            <a:ext cx="9986824" cy="672041"/>
          </a:xfrm>
          <a:prstGeom prst="rect">
            <a:avLst/>
          </a:prstGeom>
          <a:noFill/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3200">
                <a:solidFill>
                  <a:srgbClr val="8B2685"/>
                </a:solidFill>
                <a:latin typeface="Poppins SemiBold" panose="00000700000000000000" pitchFamily="2" charset="0"/>
                <a:cs typeface="Poppins SemiBold" panose="00000700000000000000" pitchFamily="2" charset="0"/>
              </a:defRPr>
            </a:lvl1pPr>
            <a:lvl2pPr marL="0" indent="0">
              <a:buFont typeface="Wingdings" pitchFamily="2" charset="2"/>
              <a:buNone/>
              <a:defRPr sz="2667" baseline="0">
                <a:solidFill>
                  <a:schemeClr val="tx1"/>
                </a:solidFill>
              </a:defRPr>
            </a:lvl2pPr>
            <a:lvl3pPr marL="355591" indent="-118530">
              <a:buFont typeface="Wingdings" pitchFamily="2" charset="2"/>
              <a:buChar char="§"/>
              <a:defRPr sz="2133" baseline="0">
                <a:solidFill>
                  <a:schemeClr val="tx1"/>
                </a:solidFill>
              </a:defRPr>
            </a:lvl3pPr>
            <a:lvl4pPr marL="601118" indent="-118530">
              <a:buFont typeface="Wingdings" pitchFamily="2" charset="2"/>
              <a:buChar char="§"/>
              <a:defRPr sz="1867">
                <a:solidFill>
                  <a:schemeClr val="tx1"/>
                </a:solidFill>
              </a:defRPr>
            </a:lvl4pPr>
            <a:lvl5pPr marL="956709" indent="-11853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 dirty="0"/>
              <a:t>ATIVIDADE- titulo/tema atividade</a:t>
            </a:r>
          </a:p>
        </p:txBody>
      </p:sp>
      <p:sp>
        <p:nvSpPr>
          <p:cNvPr id="29" name="Espaço Reservado para Conteúdo 16"/>
          <p:cNvSpPr>
            <a:spLocks noGrp="1"/>
          </p:cNvSpPr>
          <p:nvPr>
            <p:ph sz="quarter" idx="15" hasCustomPrompt="1"/>
          </p:nvPr>
        </p:nvSpPr>
        <p:spPr>
          <a:xfrm>
            <a:off x="7052612" y="1796775"/>
            <a:ext cx="4036800" cy="3744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667" baseline="0">
                <a:solidFill>
                  <a:srgbClr val="8B2685"/>
                </a:solidFill>
              </a:defRPr>
            </a:lvl1pPr>
            <a:lvl2pPr marL="990575" marR="0" indent="-38099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 sz="2400">
                <a:solidFill>
                  <a:schemeClr val="tx1"/>
                </a:solidFill>
              </a:defRPr>
            </a:lvl2pPr>
            <a:lvl3pPr>
              <a:buFont typeface="Wingdings" pitchFamily="2" charset="2"/>
              <a:buChar char="§"/>
              <a:defRPr sz="2133">
                <a:solidFill>
                  <a:schemeClr val="tx1"/>
                </a:solidFill>
              </a:defRPr>
            </a:lvl3pPr>
            <a:lvl4pPr>
              <a:buFont typeface="Wingdings" pitchFamily="2" charset="2"/>
              <a:buChar char="§"/>
              <a:defRPr sz="2667"/>
            </a:lvl4pPr>
            <a:lvl5pPr>
              <a:buFont typeface="Wingdings" pitchFamily="2" charset="2"/>
              <a:buChar char="§"/>
              <a:defRPr sz="2667"/>
            </a:lvl5pPr>
          </a:lstStyle>
          <a:p>
            <a:pPr lvl="0"/>
            <a:r>
              <a:rPr lang="pt-BR" dirty="0"/>
              <a:t>Coloque aqui um </a:t>
            </a:r>
            <a:r>
              <a:rPr lang="pt-BR" dirty="0" err="1"/>
              <a:t>print</a:t>
            </a:r>
            <a:r>
              <a:rPr lang="pt-BR" dirty="0"/>
              <a:t> do </a:t>
            </a:r>
            <a:r>
              <a:rPr lang="pt-BR" dirty="0" err="1"/>
              <a:t>entregável</a:t>
            </a:r>
            <a:r>
              <a:rPr lang="pt-BR" dirty="0"/>
              <a:t>!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A635ABD3-A948-4680-817E-427F6648F93A}"/>
              </a:ext>
            </a:extLst>
          </p:cNvPr>
          <p:cNvSpPr/>
          <p:nvPr userDrawn="1"/>
        </p:nvSpPr>
        <p:spPr>
          <a:xfrm>
            <a:off x="11472598" y="6225281"/>
            <a:ext cx="1264925" cy="1265439"/>
          </a:xfrm>
          <a:prstGeom prst="ellipse">
            <a:avLst/>
          </a:prstGeom>
          <a:solidFill>
            <a:srgbClr val="8B26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 dirty="0"/>
          </a:p>
        </p:txBody>
      </p:sp>
      <p:pic>
        <p:nvPicPr>
          <p:cNvPr id="10" name="Picture 2" descr="C:\Users\carolina.martins\Downloads\ppts novos\PNG\PNG\Ativo 12.png">
            <a:extLst>
              <a:ext uri="{FF2B5EF4-FFF2-40B4-BE49-F238E27FC236}">
                <a16:creationId xmlns:a16="http://schemas.microsoft.com/office/drawing/2014/main" id="{23B61735-B032-4EF9-ABAC-30014CBF4E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9444471">
            <a:off x="10989747" y="6099999"/>
            <a:ext cx="965700" cy="672075"/>
          </a:xfrm>
          <a:prstGeom prst="rect">
            <a:avLst/>
          </a:prstGeom>
          <a:noFill/>
        </p:spPr>
      </p:pic>
      <p:pic>
        <p:nvPicPr>
          <p:cNvPr id="17" name="Picture 3" descr="C:\Users\carolina.martins\Downloads\ppts novos\PNG\PNG\Ativo 13.png">
            <a:extLst>
              <a:ext uri="{FF2B5EF4-FFF2-40B4-BE49-F238E27FC236}">
                <a16:creationId xmlns:a16="http://schemas.microsoft.com/office/drawing/2014/main" id="{2080BFD3-5C2F-489D-A1D6-CFE32ABAD1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 rot="5400000">
            <a:off x="-267327" y="586723"/>
            <a:ext cx="1130128" cy="5954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4746555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Li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 userDrawn="1"/>
        </p:nvSpPr>
        <p:spPr>
          <a:xfrm>
            <a:off x="0" y="0"/>
            <a:ext cx="12192000" cy="66933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113505" y="6655715"/>
            <a:ext cx="8135684" cy="220135"/>
          </a:xfrm>
          <a:prstGeom prst="rect">
            <a:avLst/>
          </a:prstGeom>
        </p:spPr>
        <p:txBody>
          <a:bodyPr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r>
              <a:rPr lang="pt-BR" dirty="0" err="1"/>
              <a:t>Live</a:t>
            </a:r>
            <a:r>
              <a:rPr lang="pt-BR" dirty="0"/>
              <a:t> </a:t>
            </a:r>
            <a:r>
              <a:rPr lang="pt-BR" dirty="0" err="1"/>
              <a:t>University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8868236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carolina.martins\Downloads\ppts novos\CAPAS\PNG\CAPA 10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88022" y="1508787"/>
            <a:ext cx="5173652" cy="4965171"/>
          </a:xfrm>
          <a:prstGeom prst="rect">
            <a:avLst/>
          </a:prstGeom>
          <a:noFill/>
        </p:spPr>
      </p:pic>
      <p:sp>
        <p:nvSpPr>
          <p:cNvPr id="7" name="Espaço Reservado para Texto 2">
            <a:extLst>
              <a:ext uri="{FF2B5EF4-FFF2-40B4-BE49-F238E27FC236}">
                <a16:creationId xmlns:a16="http://schemas.microsoft.com/office/drawing/2014/main" id="{55C29E43-923B-46EE-B3FF-4C75E5F5A0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83267" y="2950104"/>
            <a:ext cx="3264595" cy="2015067"/>
          </a:xfrm>
          <a:prstGeom prst="rect">
            <a:avLst/>
          </a:prstGeo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kumimoji="0" lang="pt-BR" sz="5333" b="0" i="0" u="none" strike="noStrike" kern="1200" cap="none" spc="0" normalizeH="0" baseline="0" dirty="0">
                <a:ln>
                  <a:noFill/>
                </a:ln>
                <a:solidFill>
                  <a:srgbClr val="8B2685"/>
                </a:solidFill>
                <a:effectLst/>
                <a:uLnTx/>
                <a:uFillTx/>
                <a:latin typeface="Poppins Bold" pitchFamily="2" charset="0"/>
                <a:ea typeface="+mn-ea"/>
                <a:cs typeface="Poppins Bold" pitchFamily="2" charset="0"/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BR" sz="4800" b="0" i="0" u="none" strike="noStrike" kern="1200" cap="none" spc="0" normalizeH="0" baseline="0" noProof="0" dirty="0">
                <a:ln>
                  <a:noFill/>
                </a:ln>
                <a:solidFill>
                  <a:srgbClr val="8B2685"/>
                </a:solidFill>
                <a:effectLst/>
                <a:uLnTx/>
                <a:uFillTx/>
                <a:latin typeface="Poppins Bold" pitchFamily="2" charset="0"/>
                <a:ea typeface="+mn-ea"/>
                <a:cs typeface="Poppins Bold" pitchFamily="2" charset="0"/>
              </a:rPr>
              <a:t>Gabarito</a:t>
            </a:r>
          </a:p>
        </p:txBody>
      </p:sp>
    </p:spTree>
    <p:extLst>
      <p:ext uri="{BB962C8B-B14F-4D97-AF65-F5344CB8AC3E}">
        <p14:creationId xmlns:p14="http://schemas.microsoft.com/office/powerpoint/2010/main" val="955041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02A831-9987-E2DD-48B0-ADAC0095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4A0572-F0EC-C2D0-870E-62A84A559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4BCF15-F5E7-8108-F7E3-7C42E07A5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C95E9-6EA8-4881-AE67-846728B398FB}" type="datetimeFigureOut">
              <a:rPr lang="pt-BR" smtClean="0"/>
              <a:pPr/>
              <a:t>02/08/2022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78ECEA-F8FB-8CF5-4229-32EAFCF0F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1E832F-7E8B-7AA1-41E1-A25B646FB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A4556-FE35-43F2-A3D7-E81AE2440C4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991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787449" y="1093685"/>
            <a:ext cx="9986824" cy="672041"/>
          </a:xfrm>
          <a:prstGeom prst="rect">
            <a:avLst/>
          </a:prstGeom>
        </p:spPr>
        <p:txBody>
          <a:bodyPr/>
          <a:lstStyle/>
          <a:p>
            <a:r>
              <a:rPr lang="pt-BR" dirty="0"/>
              <a:t>ATIVIDADE – Programa de Premiação</a:t>
            </a:r>
          </a:p>
        </p:txBody>
      </p:sp>
      <p:pic>
        <p:nvPicPr>
          <p:cNvPr id="6" name="Espaço Reservado para Conteúdo 5" descr="Texto&#10;&#10;Descrição gerada automaticamente">
            <a:extLst>
              <a:ext uri="{FF2B5EF4-FFF2-40B4-BE49-F238E27FC236}">
                <a16:creationId xmlns:a16="http://schemas.microsoft.com/office/drawing/2014/main" id="{58F0C01B-4028-4602-97C3-9FCF72199C6E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49" y="2045685"/>
            <a:ext cx="5667595" cy="3083424"/>
          </a:xfrm>
        </p:spPr>
      </p:pic>
      <p:sp>
        <p:nvSpPr>
          <p:cNvPr id="7" name="Espaço Reservado para Conteúdo 4">
            <a:extLst>
              <a:ext uri="{FF2B5EF4-FFF2-40B4-BE49-F238E27FC236}">
                <a16:creationId xmlns:a16="http://schemas.microsoft.com/office/drawing/2014/main" id="{14AD6832-51F0-5E11-64C4-423C6F7FCB7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70542" y="1944945"/>
            <a:ext cx="5139562" cy="419190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608965" indent="-608965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pt-BR" sz="1800" dirty="0"/>
              <a:t>Dando sequência à atividade iniciada nas aulas anteriores, defina a </a:t>
            </a:r>
            <a:r>
              <a:rPr lang="pt-BR" sz="1800" b="1" dirty="0"/>
              <a:t>premiação</a:t>
            </a:r>
            <a:r>
              <a:rPr lang="pt-BR" sz="1800" dirty="0"/>
              <a:t> para os quatro fornecedores que atendem a empresa para qual você trabalha, ou a empresa fictícia escolhida por você. </a:t>
            </a:r>
          </a:p>
          <a:p>
            <a:pPr marL="608965" indent="-608965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pt-BR" sz="1800" dirty="0">
                <a:latin typeface="Montserrat"/>
              </a:rPr>
              <a:t>Utilize o </a:t>
            </a:r>
            <a:r>
              <a:rPr lang="pt-BR" sz="1800" i="1" dirty="0" err="1">
                <a:latin typeface="Montserrat"/>
              </a:rPr>
              <a:t>template</a:t>
            </a:r>
            <a:r>
              <a:rPr lang="pt-BR" sz="1800" i="1" dirty="0">
                <a:latin typeface="Montserrat"/>
              </a:rPr>
              <a:t> no próximo slide</a:t>
            </a:r>
            <a:r>
              <a:rPr lang="pt-BR" sz="1800" dirty="0">
                <a:latin typeface="Montserrat"/>
              </a:rPr>
              <a:t> para realizar a atividade.</a:t>
            </a:r>
          </a:p>
          <a:p>
            <a:pPr marL="608965" indent="-608965"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arabicPeriod" startAt="2"/>
            </a:pPr>
            <a:r>
              <a:rPr lang="pt-BR" sz="1800" dirty="0">
                <a:latin typeface="Montserrat"/>
              </a:rPr>
              <a:t>Faça upload do arquivo na plataforma e confira o gabarito.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167680" y="213488"/>
            <a:ext cx="11856640" cy="643102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4" name="CaixaDeTexto 3"/>
          <p:cNvSpPr txBox="1"/>
          <p:nvPr/>
        </p:nvSpPr>
        <p:spPr>
          <a:xfrm>
            <a:off x="1679510" y="245723"/>
            <a:ext cx="883298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133" b="1" dirty="0">
                <a:latin typeface="Futura-Condensed-Normal" pitchFamily="2" charset="0"/>
              </a:rPr>
              <a:t>PROGRAMA DE INCENTIVO E PREMIAÇÃO</a:t>
            </a: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D730BFA8-4AE7-18DE-4E73-507AA6BAD306}"/>
              </a:ext>
            </a:extLst>
          </p:cNvPr>
          <p:cNvGrpSpPr/>
          <p:nvPr/>
        </p:nvGrpSpPr>
        <p:grpSpPr>
          <a:xfrm>
            <a:off x="7649995" y="2743816"/>
            <a:ext cx="4224000" cy="3792000"/>
            <a:chOff x="7649995" y="2743816"/>
            <a:chExt cx="4224000" cy="3792000"/>
          </a:xfrm>
        </p:grpSpPr>
        <p:sp>
          <p:nvSpPr>
            <p:cNvPr id="18" name="Retângulo 17"/>
            <p:cNvSpPr/>
            <p:nvPr/>
          </p:nvSpPr>
          <p:spPr>
            <a:xfrm>
              <a:off x="7649995" y="2743816"/>
              <a:ext cx="4224000" cy="37920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230366">
                <a:buSzPts val="1200"/>
                <a:buFont typeface="Wingdings"/>
                <a:buChar char="q"/>
              </a:pPr>
              <a:endParaRPr lang="pt-BR" sz="2400" dirty="0">
                <a:solidFill>
                  <a:schemeClr val="bg1"/>
                </a:solidFill>
                <a:latin typeface="Segoe UI"/>
              </a:endParaRPr>
            </a:p>
            <a:p>
              <a:pPr indent="230366">
                <a:buSzPts val="1200"/>
                <a:buFont typeface="Wingdings"/>
                <a:buChar char="q"/>
              </a:pPr>
              <a:endParaRPr lang="pt-BR" sz="2400" dirty="0">
                <a:solidFill>
                  <a:schemeClr val="bg1"/>
                </a:solidFill>
                <a:latin typeface="Segoe UI"/>
              </a:endParaRPr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8906528" y="2859234"/>
              <a:ext cx="2937003" cy="37965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pt-BR" sz="1867" b="1" cap="all" dirty="0">
                  <a:latin typeface="Futura-Condensed-Normal" pitchFamily="2" charset="0"/>
                </a:rPr>
                <a:t>Premiação</a:t>
              </a:r>
            </a:p>
          </p:txBody>
        </p:sp>
        <p:pic>
          <p:nvPicPr>
            <p:cNvPr id="14" name="Imagem 13" descr="Ícone&#10;&#10;Descrição gerada automaticamente">
              <a:extLst>
                <a:ext uri="{FF2B5EF4-FFF2-40B4-BE49-F238E27FC236}">
                  <a16:creationId xmlns:a16="http://schemas.microsoft.com/office/drawing/2014/main" id="{8FFFBDC0-12F9-465A-8216-96E2C14CB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93163" y="2793206"/>
              <a:ext cx="438655" cy="438655"/>
            </a:xfrm>
            <a:prstGeom prst="rect">
              <a:avLst/>
            </a:prstGeom>
          </p:spPr>
        </p:pic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C6094912-52C5-E39B-EF75-97652B9961DB}"/>
                </a:ext>
              </a:extLst>
            </p:cNvPr>
            <p:cNvSpPr txBox="1"/>
            <p:nvPr/>
          </p:nvSpPr>
          <p:spPr>
            <a:xfrm>
              <a:off x="7685991" y="3375829"/>
              <a:ext cx="4157540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dirty="0">
                  <a:latin typeface="Montserrat"/>
                </a:rPr>
                <a:t>ESCREVA AQUI </a:t>
              </a:r>
              <a:endParaRPr lang="pt-BR" dirty="0"/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701C7134-ABDE-D4E3-412F-021F55626495}"/>
              </a:ext>
            </a:extLst>
          </p:cNvPr>
          <p:cNvGrpSpPr/>
          <p:nvPr/>
        </p:nvGrpSpPr>
        <p:grpSpPr>
          <a:xfrm>
            <a:off x="7649995" y="697013"/>
            <a:ext cx="4224000" cy="1924787"/>
            <a:chOff x="7649995" y="697013"/>
            <a:chExt cx="4224000" cy="1924787"/>
          </a:xfrm>
        </p:grpSpPr>
        <p:sp>
          <p:nvSpPr>
            <p:cNvPr id="13" name="Retângulo 12"/>
            <p:cNvSpPr/>
            <p:nvPr/>
          </p:nvSpPr>
          <p:spPr>
            <a:xfrm>
              <a:off x="7649995" y="701800"/>
              <a:ext cx="4224000" cy="1920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230366">
                <a:buSzPts val="1200"/>
                <a:buFont typeface="Wingdings"/>
                <a:buChar char="q"/>
              </a:pPr>
              <a:endParaRPr lang="pt-BR" sz="2400" dirty="0">
                <a:solidFill>
                  <a:srgbClr val="000000"/>
                </a:solidFill>
                <a:latin typeface="Segoe UI"/>
              </a:endParaRPr>
            </a:p>
            <a:p>
              <a:pPr indent="230366">
                <a:buSzPts val="1200"/>
                <a:buFont typeface="Wingdings"/>
                <a:buChar char="q"/>
              </a:pPr>
              <a:endParaRPr lang="pt-BR" sz="2400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8" name="CaixaDeTexto 27"/>
            <p:cNvSpPr txBox="1"/>
            <p:nvPr/>
          </p:nvSpPr>
          <p:spPr>
            <a:xfrm>
              <a:off x="8893419" y="697013"/>
              <a:ext cx="2937003" cy="6669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pt-BR" sz="1867" b="1" cap="all" dirty="0">
                  <a:latin typeface="Futura-Condensed-Normal" pitchFamily="2" charset="0"/>
                </a:rPr>
                <a:t>Regras do programa</a:t>
              </a:r>
            </a:p>
          </p:txBody>
        </p:sp>
        <p:pic>
          <p:nvPicPr>
            <p:cNvPr id="9" name="Imagem 8" descr="Ícone, Círculo&#10;&#10;Descrição gerada automaticamente">
              <a:extLst>
                <a:ext uri="{FF2B5EF4-FFF2-40B4-BE49-F238E27FC236}">
                  <a16:creationId xmlns:a16="http://schemas.microsoft.com/office/drawing/2014/main" id="{BA6B9848-B62B-4920-8115-0EE06F321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64587" y="851599"/>
              <a:ext cx="373608" cy="373608"/>
            </a:xfrm>
            <a:prstGeom prst="rect">
              <a:avLst/>
            </a:prstGeom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9D96A7E3-40F7-C782-13DB-52124C4AA759}"/>
                </a:ext>
              </a:extLst>
            </p:cNvPr>
            <p:cNvSpPr txBox="1"/>
            <p:nvPr/>
          </p:nvSpPr>
          <p:spPr>
            <a:xfrm>
              <a:off x="7683225" y="1237869"/>
              <a:ext cx="4157540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dirty="0">
                  <a:latin typeface="Montserrat"/>
                </a:rPr>
                <a:t>ESCREVA AQUI </a:t>
              </a:r>
              <a:endParaRPr lang="pt-BR" dirty="0"/>
            </a:p>
          </p:txBody>
        </p:sp>
      </p:grpSp>
      <p:grpSp>
        <p:nvGrpSpPr>
          <p:cNvPr id="8" name="Agrupar 7">
            <a:extLst>
              <a:ext uri="{FF2B5EF4-FFF2-40B4-BE49-F238E27FC236}">
                <a16:creationId xmlns:a16="http://schemas.microsoft.com/office/drawing/2014/main" id="{B2A07677-80E8-2C05-4D5B-14716336BD7B}"/>
              </a:ext>
            </a:extLst>
          </p:cNvPr>
          <p:cNvGrpSpPr/>
          <p:nvPr/>
        </p:nvGrpSpPr>
        <p:grpSpPr>
          <a:xfrm>
            <a:off x="3311691" y="697013"/>
            <a:ext cx="4229172" cy="1924787"/>
            <a:chOff x="3311691" y="697013"/>
            <a:chExt cx="4229172" cy="1924787"/>
          </a:xfrm>
        </p:grpSpPr>
        <p:sp>
          <p:nvSpPr>
            <p:cNvPr id="7" name="Retângulo 6"/>
            <p:cNvSpPr/>
            <p:nvPr/>
          </p:nvSpPr>
          <p:spPr>
            <a:xfrm>
              <a:off x="3311691" y="701800"/>
              <a:ext cx="4224000" cy="1920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230366">
                <a:buSzPts val="1200"/>
                <a:buFont typeface="Wingdings"/>
                <a:buChar char="q"/>
              </a:pPr>
              <a:endParaRPr lang="pt-BR" sz="2400" dirty="0">
                <a:solidFill>
                  <a:srgbClr val="000000"/>
                </a:solidFill>
                <a:latin typeface="Segoe UI"/>
              </a:endParaRPr>
            </a:p>
            <a:p>
              <a:pPr indent="230366">
                <a:buSzPts val="1200"/>
                <a:buFont typeface="Wingdings"/>
                <a:buChar char="q"/>
              </a:pPr>
              <a:endParaRPr lang="pt-BR" sz="2400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7" name="CaixaDeTexto 26"/>
            <p:cNvSpPr txBox="1"/>
            <p:nvPr/>
          </p:nvSpPr>
          <p:spPr>
            <a:xfrm>
              <a:off x="4559829" y="697013"/>
              <a:ext cx="2937003" cy="6669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pt-BR" sz="1867" b="1" cap="all" dirty="0">
                  <a:latin typeface="Futura-Condensed-Normal" pitchFamily="2" charset="0"/>
                </a:rPr>
                <a:t>Abrangência do programa</a:t>
              </a:r>
            </a:p>
          </p:txBody>
        </p:sp>
        <p:pic>
          <p:nvPicPr>
            <p:cNvPr id="11" name="Imagem 10" descr="Placa branca com texto preto sobre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CABA0777-9D90-48B6-9F9E-2AB9EB61B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1027" y="783212"/>
              <a:ext cx="383465" cy="383465"/>
            </a:xfrm>
            <a:prstGeom prst="rect">
              <a:avLst/>
            </a:prstGeom>
          </p:spPr>
        </p:pic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id="{A5E17CCA-4FC4-8894-5615-9268E54B4E55}"/>
                </a:ext>
              </a:extLst>
            </p:cNvPr>
            <p:cNvSpPr txBox="1"/>
            <p:nvPr/>
          </p:nvSpPr>
          <p:spPr>
            <a:xfrm>
              <a:off x="3383323" y="1252825"/>
              <a:ext cx="4157540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dirty="0">
                  <a:latin typeface="Montserrat"/>
                </a:rPr>
                <a:t>ESCREVA AQUI </a:t>
              </a:r>
              <a:endParaRPr lang="pt-BR" dirty="0"/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8C7D5732-3541-0340-0B33-474C7A3B537F}"/>
              </a:ext>
            </a:extLst>
          </p:cNvPr>
          <p:cNvGrpSpPr/>
          <p:nvPr/>
        </p:nvGrpSpPr>
        <p:grpSpPr>
          <a:xfrm>
            <a:off x="3311691" y="2743606"/>
            <a:ext cx="4224000" cy="1920210"/>
            <a:chOff x="3311691" y="2743606"/>
            <a:chExt cx="4224000" cy="1920210"/>
          </a:xfrm>
        </p:grpSpPr>
        <p:sp>
          <p:nvSpPr>
            <p:cNvPr id="17" name="Retângulo 16"/>
            <p:cNvSpPr/>
            <p:nvPr/>
          </p:nvSpPr>
          <p:spPr>
            <a:xfrm>
              <a:off x="3311691" y="2743816"/>
              <a:ext cx="4224000" cy="19200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230366">
                <a:buSzPts val="1200"/>
                <a:buFont typeface="Wingdings"/>
                <a:buChar char="q"/>
              </a:pPr>
              <a:endParaRPr lang="pt-BR" sz="2400" dirty="0">
                <a:solidFill>
                  <a:srgbClr val="000000"/>
                </a:solidFill>
                <a:latin typeface="Segoe UI"/>
              </a:endParaRPr>
            </a:p>
            <a:p>
              <a:pPr indent="230366">
                <a:buSzPts val="1200"/>
                <a:buFont typeface="Wingdings"/>
                <a:buChar char="q"/>
              </a:pPr>
              <a:endParaRPr lang="pt-BR" sz="2400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4559829" y="2743606"/>
              <a:ext cx="2937003" cy="6669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pt-BR" sz="1867" b="1" cap="all" dirty="0">
                  <a:latin typeface="Futura-Condensed-Normal" pitchFamily="2" charset="0"/>
                </a:rPr>
                <a:t>CRITÉRIOS DE AVALIAÇÃO</a:t>
              </a:r>
            </a:p>
          </p:txBody>
        </p:sp>
        <p:pic>
          <p:nvPicPr>
            <p:cNvPr id="6" name="Imagem 5" descr="Desenho de uma pessoa&#10;&#10;Descrição gerada automaticamente com confiança baixa">
              <a:extLst>
                <a:ext uri="{FF2B5EF4-FFF2-40B4-BE49-F238E27FC236}">
                  <a16:creationId xmlns:a16="http://schemas.microsoft.com/office/drawing/2014/main" id="{52E3F8F0-D491-4286-B99B-0614D80CF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75745" y="2797769"/>
              <a:ext cx="315524" cy="441121"/>
            </a:xfrm>
            <a:prstGeom prst="rect">
              <a:avLst/>
            </a:prstGeom>
          </p:spPr>
        </p:pic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id="{911D287A-E4B3-3307-56F8-0322B4218327}"/>
                </a:ext>
              </a:extLst>
            </p:cNvPr>
            <p:cNvSpPr txBox="1"/>
            <p:nvPr/>
          </p:nvSpPr>
          <p:spPr>
            <a:xfrm>
              <a:off x="3337789" y="3375829"/>
              <a:ext cx="4157540" cy="27699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200" dirty="0">
                  <a:latin typeface="Montserrat"/>
                </a:rPr>
                <a:t>ESCREVA AQUI </a:t>
              </a:r>
              <a:endParaRPr lang="pt-BR" dirty="0"/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0FC4E99A-1F11-8106-14CD-6B4955160027}"/>
              </a:ext>
            </a:extLst>
          </p:cNvPr>
          <p:cNvGrpSpPr/>
          <p:nvPr/>
        </p:nvGrpSpPr>
        <p:grpSpPr>
          <a:xfrm>
            <a:off x="182667" y="697013"/>
            <a:ext cx="2976010" cy="3988787"/>
            <a:chOff x="182667" y="697013"/>
            <a:chExt cx="2976010" cy="3988787"/>
          </a:xfrm>
        </p:grpSpPr>
        <p:sp>
          <p:nvSpPr>
            <p:cNvPr id="3" name="Retângulo 2"/>
            <p:cNvSpPr/>
            <p:nvPr/>
          </p:nvSpPr>
          <p:spPr>
            <a:xfrm>
              <a:off x="278677" y="701800"/>
              <a:ext cx="2880000" cy="3984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230366">
                <a:buSzPts val="1200"/>
                <a:buFont typeface="Wingdings"/>
                <a:buChar char="q"/>
              </a:pPr>
              <a:endParaRPr lang="pt-BR" sz="2400" dirty="0">
                <a:solidFill>
                  <a:schemeClr val="bg1"/>
                </a:solidFill>
                <a:latin typeface="Segoe UI"/>
              </a:endParaRPr>
            </a:p>
            <a:p>
              <a:pPr indent="230366">
                <a:buSzPts val="1200"/>
                <a:buFont typeface="Wingdings"/>
                <a:buChar char="q"/>
              </a:pPr>
              <a:endParaRPr lang="pt-BR" sz="2400" dirty="0">
                <a:solidFill>
                  <a:schemeClr val="bg1"/>
                </a:solidFill>
                <a:latin typeface="Segoe UI"/>
              </a:endParaRPr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182667" y="697013"/>
              <a:ext cx="2937003" cy="666977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pt-BR" sz="1867" b="1" cap="all" dirty="0">
                  <a:latin typeface="Futura-Condensed-Normal" pitchFamily="2" charset="0"/>
                </a:rPr>
                <a:t>Objetivo do programa</a:t>
              </a:r>
            </a:p>
          </p:txBody>
        </p:sp>
        <p:pic>
          <p:nvPicPr>
            <p:cNvPr id="16" name="Imagem 15" descr="Ícone&#10;&#10;Descrição gerada automaticamente">
              <a:extLst>
                <a:ext uri="{FF2B5EF4-FFF2-40B4-BE49-F238E27FC236}">
                  <a16:creationId xmlns:a16="http://schemas.microsoft.com/office/drawing/2014/main" id="{529DF9E5-4CCD-4797-9EAC-39F7F49DE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341" y="769350"/>
              <a:ext cx="452073" cy="451405"/>
            </a:xfrm>
            <a:prstGeom prst="rect">
              <a:avLst/>
            </a:prstGeom>
          </p:spPr>
        </p:pic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id="{9204719E-40D9-B2DC-359A-EF2C8A069D39}"/>
                </a:ext>
              </a:extLst>
            </p:cNvPr>
            <p:cNvSpPr txBox="1"/>
            <p:nvPr/>
          </p:nvSpPr>
          <p:spPr>
            <a:xfrm>
              <a:off x="346514" y="1363107"/>
              <a:ext cx="2799788" cy="29238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1300" dirty="0">
                  <a:latin typeface="Montserrat"/>
                </a:rPr>
                <a:t>ESCREVA AQUI </a:t>
              </a:r>
              <a:endParaRPr lang="pt-BR" sz="1300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E0B9A6DE-DB99-75F0-F554-396A05473138}"/>
              </a:ext>
            </a:extLst>
          </p:cNvPr>
          <p:cNvGrpSpPr/>
          <p:nvPr/>
        </p:nvGrpSpPr>
        <p:grpSpPr>
          <a:xfrm>
            <a:off x="318005" y="4812477"/>
            <a:ext cx="7248000" cy="1728000"/>
            <a:chOff x="318005" y="4812477"/>
            <a:chExt cx="7248000" cy="1728000"/>
          </a:xfrm>
        </p:grpSpPr>
        <p:sp>
          <p:nvSpPr>
            <p:cNvPr id="21" name="Retângulo 20"/>
            <p:cNvSpPr/>
            <p:nvPr/>
          </p:nvSpPr>
          <p:spPr>
            <a:xfrm>
              <a:off x="318005" y="4812477"/>
              <a:ext cx="7248000" cy="17280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indent="230366">
                <a:buSzPts val="1200"/>
                <a:buFont typeface="Wingdings"/>
                <a:buChar char="q"/>
              </a:pPr>
              <a:endParaRPr lang="pt-BR" sz="2400" dirty="0">
                <a:solidFill>
                  <a:srgbClr val="000000"/>
                </a:solidFill>
                <a:latin typeface="Segoe UI"/>
              </a:endParaRPr>
            </a:p>
          </p:txBody>
        </p:sp>
        <p:sp>
          <p:nvSpPr>
            <p:cNvPr id="30" name="CaixaDeTexto 29"/>
            <p:cNvSpPr txBox="1"/>
            <p:nvPr/>
          </p:nvSpPr>
          <p:spPr>
            <a:xfrm>
              <a:off x="3404284" y="4931458"/>
              <a:ext cx="4038813" cy="379656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pt-BR" sz="1867" b="1" cap="all" dirty="0">
                  <a:latin typeface="Futura-Condensed-Normal" pitchFamily="2" charset="0"/>
                </a:rPr>
                <a:t>Estrutura da avaliação</a:t>
              </a:r>
            </a:p>
          </p:txBody>
        </p:sp>
        <p:pic>
          <p:nvPicPr>
            <p:cNvPr id="20" name="Imagem 19" descr="Placa branca com texto preto sobre fundo branco&#10;&#10;Descrição gerada automaticamente com confiança média">
              <a:extLst>
                <a:ext uri="{FF2B5EF4-FFF2-40B4-BE49-F238E27FC236}">
                  <a16:creationId xmlns:a16="http://schemas.microsoft.com/office/drawing/2014/main" id="{ECCC280D-D7E4-4CBE-9F8F-718F0C1B8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73690" y="4862686"/>
              <a:ext cx="302011" cy="493572"/>
            </a:xfrm>
            <a:prstGeom prst="rect">
              <a:avLst/>
            </a:prstGeom>
          </p:spPr>
        </p:pic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14D39C74-F5E8-CB03-9D33-F67301D93C07}"/>
                </a:ext>
              </a:extLst>
            </p:cNvPr>
            <p:cNvSpPr txBox="1"/>
            <p:nvPr/>
          </p:nvSpPr>
          <p:spPr>
            <a:xfrm>
              <a:off x="318005" y="5311114"/>
              <a:ext cx="7217686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pt-BR" sz="1400" dirty="0">
                  <a:latin typeface="Montserrat"/>
                </a:rPr>
                <a:t>ESCREVA AQUI </a:t>
              </a:r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39003944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PÓS LIVE">
      <a:dk1>
        <a:srgbClr val="3F0D35"/>
      </a:dk1>
      <a:lt1>
        <a:sysClr val="window" lastClr="FFFFFF"/>
      </a:lt1>
      <a:dk2>
        <a:srgbClr val="8B2685"/>
      </a:dk2>
      <a:lt2>
        <a:srgbClr val="D8D8D8"/>
      </a:lt2>
      <a:accent1>
        <a:srgbClr val="3F0D35"/>
      </a:accent1>
      <a:accent2>
        <a:srgbClr val="E7BB00"/>
      </a:accent2>
      <a:accent3>
        <a:srgbClr val="2EA3AC"/>
      </a:accent3>
      <a:accent4>
        <a:srgbClr val="8B2685"/>
      </a:accent4>
      <a:accent5>
        <a:srgbClr val="4BACC6"/>
      </a:accent5>
      <a:accent6>
        <a:srgbClr val="92D050"/>
      </a:accent6>
      <a:hlink>
        <a:srgbClr val="FFFFFF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A8ECDC525971E44A0DD55C6A58CD6E6" ma:contentTypeVersion="17" ma:contentTypeDescription="Crie um novo documento." ma:contentTypeScope="" ma:versionID="ffc17187f54796dd6de4c658995b58c6">
  <xsd:schema xmlns:xsd="http://www.w3.org/2001/XMLSchema" xmlns:xs="http://www.w3.org/2001/XMLSchema" xmlns:p="http://schemas.microsoft.com/office/2006/metadata/properties" xmlns:ns2="b45862e4-9269-4687-b861-53f3c03de26a" xmlns:ns3="41c5fca7-e05c-469a-97ec-fd09206496e5" targetNamespace="http://schemas.microsoft.com/office/2006/metadata/properties" ma:root="true" ma:fieldsID="817dbeb76309a5f33e360641b135b025" ns2:_="" ns3:_="">
    <xsd:import namespace="b45862e4-9269-4687-b861-53f3c03de26a"/>
    <xsd:import namespace="41c5fca7-e05c-469a-97ec-fd09206496e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LengthInSeconds" minOccurs="0"/>
                <xsd:element ref="ns3:ATUALIZADO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862e4-9269-4687-b861-53f3c03de26a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7e625ba6-7d94-428d-8025-5872e2e4d511}" ma:internalName="TaxCatchAll" ma:showField="CatchAllData" ma:web="b45862e4-9269-4687-b861-53f3c03de2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c5fca7-e05c-469a-97ec-fd09206496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ATUALIZADO" ma:index="21" nillable="true" ma:displayName="ATUALIZADO" ma:default="1" ma:format="Dropdown" ma:internalName="ATUALIZADO">
      <xsd:simpleType>
        <xsd:restriction base="dms:Boolean"/>
      </xsd:simpleType>
    </xsd:element>
    <xsd:element name="lcf76f155ced4ddcb4097134ff3c332f" ma:index="23" nillable="true" ma:taxonomy="true" ma:internalName="lcf76f155ced4ddcb4097134ff3c332f" ma:taxonomyFieldName="MediaServiceImageTags" ma:displayName="Marcações de imagem" ma:readOnly="false" ma:fieldId="{5cf76f15-5ced-4ddc-b409-7134ff3c332f}" ma:taxonomyMulti="true" ma:sspId="95f985f2-4f2e-49b9-ae5d-cb8417091a2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TUALIZADO xmlns="41c5fca7-e05c-469a-97ec-fd09206496e5">true</ATUALIZADO>
    <TaxCatchAll xmlns="b45862e4-9269-4687-b861-53f3c03de26a" xsi:nil="true"/>
    <lcf76f155ced4ddcb4097134ff3c332f xmlns="41c5fca7-e05c-469a-97ec-fd09206496e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DFE4E17-071A-4F25-A618-BA84C858AF0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5862e4-9269-4687-b861-53f3c03de26a"/>
    <ds:schemaRef ds:uri="41c5fca7-e05c-469a-97ec-fd09206496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6CF5231-4ECA-41DD-8B84-8CBB9E2302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FA9B2E-CAAE-48AB-B1CE-D84DA3F1E1A0}">
  <ds:schemaRefs>
    <ds:schemaRef ds:uri="http://schemas.microsoft.com/office/2006/metadata/properties"/>
    <ds:schemaRef ds:uri="http://schemas.microsoft.com/office/infopath/2007/PartnerControls"/>
    <ds:schemaRef ds:uri="41c5fca7-e05c-469a-97ec-fd09206496e5"/>
    <ds:schemaRef ds:uri="b45862e4-9269-4687-b861-53f3c03de26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93</Words>
  <Application>Microsoft Office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12" baseType="lpstr">
      <vt:lpstr>Arial</vt:lpstr>
      <vt:lpstr>Calibri</vt:lpstr>
      <vt:lpstr>Calibri Light</vt:lpstr>
      <vt:lpstr>Futura-Condensed-Normal</vt:lpstr>
      <vt:lpstr>Montserrat</vt:lpstr>
      <vt:lpstr>Poppins Bold</vt:lpstr>
      <vt:lpstr>Poppins SemiBold</vt:lpstr>
      <vt:lpstr>Segoe UI</vt:lpstr>
      <vt:lpstr>Wingdings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Marianna de Oliveira Silva</dc:creator>
  <cp:lastModifiedBy>Marianna de Oliveira Silva</cp:lastModifiedBy>
  <cp:revision>30</cp:revision>
  <dcterms:created xsi:type="dcterms:W3CDTF">2022-07-11T23:04:14Z</dcterms:created>
  <dcterms:modified xsi:type="dcterms:W3CDTF">2022-08-02T13:04:46Z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0x010100DA8ECDC525971E44A0DD55C6A58CD6E6</vt:lpwstr>
  </property>
  <property fmtid="{D5CDD505-2E9C-101B-9397-08002B2CF9AE}" pid="3" name="MediaServiceImageTags">
    <vt:lpwstr/>
  </property>
</Properties>
</file>